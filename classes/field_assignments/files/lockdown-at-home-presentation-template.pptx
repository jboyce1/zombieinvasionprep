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3EC013-050C-45E7-80BC-2ADB141227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0FE8D8-7369-4C6D-BFD2-D2B533BA79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9CFA077-C6C3-49AA-BEFA-BA4B736BFE8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TITLE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LOCKDOWN AT HOME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A realistic household continuity briefing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01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432000" y="1800000"/>
            <a:ext cx="10260000" cy="140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234000" rIns="234000" tIns="234000" bIns="2340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How long could your household shelter safely without electricity, running water, or sewer service?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32000" y="3348000"/>
            <a:ext cx="7740000" cy="82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80000" rIns="180000" tIns="180000" bIns="180000" anchor="t">
            <a:noAutofit/>
          </a:bodyPr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Prepared by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[YOUR NAME]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2000" spc="-1" strike="noStrike">
                <a:solidFill>
                  <a:srgbClr val="18211b"/>
                </a:solidFill>
                <a:latin typeface="Arial"/>
              </a:rPr>
              <a:t>[DATE]</a:t>
            </a:r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8532000" y="3348000"/>
            <a:ext cx="2520000" cy="828000"/>
          </a:xfrm>
          <a:prstGeom prst="rect">
            <a:avLst/>
          </a:prstGeom>
          <a:solidFill>
            <a:srgbClr val="e8efe7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0" lang="en-US" sz="1400" spc="-1" strike="noStrike">
                <a:solidFill>
                  <a:srgbClr val="526158"/>
                </a:solidFill>
                <a:latin typeface="Arial"/>
              </a:rPr>
              <a:t>DELETE THIS NOTE</a:t>
            </a:r>
            <a:endParaRPr b="0" lang="en-US" sz="1400" spc="-1" strike="noStrike">
              <a:solidFill>
                <a:srgbClr val="526158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526158"/>
                </a:solidFill>
                <a:latin typeface="Arial"/>
              </a:rPr>
              <a:t>Use your own photo, icon, or simple graphic here—or leave the space open.</a:t>
            </a:r>
            <a:endParaRPr b="0" lang="en-US" sz="14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32000" y="4968000"/>
            <a:ext cx="10620000" cy="576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500" spc="-1" strike="noStrike">
                <a:solidFill>
                  <a:srgbClr val="18211b"/>
                </a:solidFill>
                <a:latin typeface="Arial"/>
              </a:rPr>
              <a:t>Privacy rule: no names of household members, address, diagnoses, medication names, valuables, weapons, entry points, passwords, or security details.</a:t>
            </a:r>
            <a:endParaRPr b="1" lang="en-US" sz="15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WHO ARE WE PLANNING FOR?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Give the audience enough context—without exposing private information.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02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HOUSEHOLD SNAPSHOT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32000" y="1782000"/>
            <a:ext cx="5220000" cy="315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___ adults, ___ teenagers, ___ younger children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___ pets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General needs that affect the plan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The most important assumption you made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YOUR DESIGN CHOICE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012000" y="1782000"/>
            <a:ext cx="5220000" cy="315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Show this information in the clearest form for you: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a few large numbers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icons or a simple chart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short labels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one brief explanation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Delete this guidance before presenting.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THE ANSWER: ___ SAFE DAYS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Lead with your conclusion, then identify the system that limits it.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03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432000" y="1548000"/>
            <a:ext cx="4140000" cy="3060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288000" rIns="288000" tIns="288000" bIns="288000" anchor="t">
            <a:noAutofit/>
          </a:bodyPr>
          <a:p>
            <a:r>
              <a:rPr b="1" lang="en-US" sz="4000" spc="-1" strike="noStrike">
                <a:solidFill>
                  <a:srgbClr val="ffffff"/>
                </a:solidFill>
                <a:latin typeface="Arial"/>
              </a:rPr>
              <a:t>___ DAYS</a:t>
            </a:r>
            <a:endParaRPr b="1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932000" y="1548000"/>
            <a:ext cx="630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THE BOTTLENECK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4932000" y="1782000"/>
            <a:ext cx="6300000" cy="120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[Water / food / sanitation / critical supply / temperature] limits us first because…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4932000" y="3168000"/>
            <a:ext cx="630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CONFIDENCE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4932000" y="3402000"/>
            <a:ext cx="6300000" cy="120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Our estimate is [high / medium / low] confidence because…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432000" y="4932000"/>
            <a:ext cx="10800000" cy="648000"/>
          </a:xfrm>
          <a:prstGeom prst="rect">
            <a:avLst/>
          </a:prstGeom>
          <a:solidFill>
            <a:srgbClr val="e8efe7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Optional visual: add a simple timeline or five-bar comparison. Do not paste the entire workbook onto this slide.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WATER + FOOD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Present the math that supports your estimate; summarize the inventory.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04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WATER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3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Planning baseline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___ gallons ÷ ___ people = ___ days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What could change the estimate?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[One sentence]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Suggested visual: container icons or one bar.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FOOD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601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Counting method: [meals / servings / calories]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___ usable units ÷ ___ units/day = ___ days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What could change the estimate?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[One sentence]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Suggested visual: categories, not every item.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432000" y="4932000"/>
            <a:ext cx="10800000" cy="612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Keep detailed counts in the workbook. This slide needs only the calculation, strongest evidence, and major limitation.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SANITATION + BASIC NEEDS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Explain how the household stays healthy when toilets, sinks, and trash pickup stop.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05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32000" y="1548000"/>
            <a:ext cx="1080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THE SANITATION SYSTEM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2000" y="1782000"/>
            <a:ext cx="10800000" cy="1170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Hand cleaning  •  toilet arrangement  •  separation and containment  •  trash and odors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432000" y="3132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WHAT WE CAN MANAGE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2000" y="3366000"/>
            <a:ext cx="5220000" cy="124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Summarize useful hygiene, light, temperature, health, pet, and morale resources.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012000" y="3132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FAILURE TRIGGER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012000" y="3366000"/>
            <a:ext cx="5220000" cy="124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Sanitation or another basic need becomes unsafe when…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32000" y="4932000"/>
            <a:ext cx="10800000" cy="576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Safety boundary: do not demonstrate waste handling, mix chemicals, or include private medical details.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DAY 1 DECISIONS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Show the rules your household would decide before scarcity creates conflict.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06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32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RATIONING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32000" y="1782000"/>
            <a:ext cx="3456000" cy="286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Rule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Reason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Trigger for change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04000" y="1548000"/>
            <a:ext cx="3456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ROLES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104000" y="1782000"/>
            <a:ext cx="3456000" cy="286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Key responsibilities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Backups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How disagreements are resolved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776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FAIRNESS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776000" y="1782000"/>
            <a:ext cx="3456000" cy="2862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Why fair may not mean equal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Needs that must be protected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How supplies are logged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32000" y="4932000"/>
            <a:ext cx="10800000" cy="576000"/>
          </a:xfrm>
          <a:prstGeom prst="rect">
            <a:avLst/>
          </a:prstGeom>
          <a:solidFill>
            <a:srgbClr val="e8efe7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Choose short phrases, a flowchart, or a table. You do not have to keep these three boxes.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NEIGHBORS: MUTUAL AID OR RISK?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Make and defend a claim about cooperation under pressure.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07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COST–BENEFIT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3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Possible benefits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Possible costs or risks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THE BOUNDARY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01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We could share…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We would keep private…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Requests would be handled by…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Either household could end the agreement by…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32000" y="4932000"/>
            <a:ext cx="10800000" cy="648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OUR CLAIM: This situation is most likely to produce [mutual aid / every household for itself / something in between] because…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COMMUNICATION + NONVIOLENT SAFETY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Plan how information moves and how people avoid unnecessary danger.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08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PACE COMMUNICATIONS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32000" y="1782000"/>
            <a:ext cx="5220000" cy="289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PRIMARY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[method + limitation]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ALTERNATE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[method + limitation]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CONTINGENCY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[method + limitation]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EMERGENCY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[method + safety rule]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SAFETY BOUNDARIES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012000" y="1782000"/>
            <a:ext cx="5220000" cy="289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Prevent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[lawful, passive steps]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Respond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[move, alert, contact help]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Neighbor check-in boundary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[when not to approach]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No traps, confrontation plans, or weapon details.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WHAT WOULD EXTEND OUR TIME?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Prioritize changes instead of producing an unlimited shopping list.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09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432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NO-COST CHANGE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32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[Action]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Why it matters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Estimated effect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104000" y="1548000"/>
            <a:ext cx="3456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LOW-COST PURCHASE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104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[Item]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Estimated price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Why it beats other purchases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776000" y="1548000"/>
            <a:ext cx="3456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HUMAN AGREEMENT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7776000" y="1782000"/>
            <a:ext cx="3456000" cy="2754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[Decision or relationship]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Why this matters more than an object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2000" y="4896000"/>
            <a:ext cx="10800000" cy="68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80000" rIns="180000" tIns="180000" bIns="180000" anchor="t">
            <a:noAutofit/>
          </a:bodyPr>
          <a:p>
            <a:r>
              <a:rPr b="1" lang="en-US" sz="1900" spc="-1" strike="noStrike">
                <a:solidFill>
                  <a:srgbClr val="ffffff"/>
                </a:solidFill>
                <a:latin typeface="Arial"/>
              </a:rPr>
              <a:t>THE RECONSIDER TRIGGER: Sheltering at home is no longer safe when…</a:t>
            </a:r>
            <a:endParaRPr b="1" lang="en-US" sz="1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OUR FAMILY DAY 1 PLAN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This slide should work as a stand-alone family briefing.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10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2000" y="1548000"/>
            <a:ext cx="1080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FIVE DECISIONS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32000" y="1782000"/>
            <a:ext cx="10800000" cy="289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1. Roles: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2. Rationing: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3. Sanitation: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4. Communication: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5. Neighbor and safety boundary: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32000" y="4932000"/>
            <a:ext cx="10800000" cy="648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700" spc="-1" strike="noStrike">
                <a:solidFill>
                  <a:srgbClr val="18211b"/>
                </a:solidFill>
                <a:latin typeface="Arial"/>
              </a:rPr>
              <a:t>Make this usable under stress: brief, specific, respectful, and easy to read from across a room.</a:t>
            </a:r>
            <a:endParaRPr b="1" lang="en-US" sz="17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HOUSEHOLD BRIEFING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RECOMMENDATION + REFLECTION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Finish with decisions, not fear.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11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32000" y="1548000"/>
            <a:ext cx="522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THREE DECISIONS TO MAKE NOW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1.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2.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3. 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These should be realistic conversations or actions.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012000" y="1548000"/>
            <a:ext cx="5220000" cy="234000"/>
          </a:xfrm>
          <a:prstGeom prst="rect">
            <a:avLst/>
          </a:prstGeom>
          <a:solidFill>
            <a:srgbClr val="49664d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WHAT CHANGED?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012000" y="1782000"/>
            <a:ext cx="5220000" cy="2826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A household member agreed, questioned, or changed…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I revised…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Some decisions are best made before they are needed because…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432000" y="4932000"/>
            <a:ext cx="10800000" cy="576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162000" rIns="162000" tIns="162000" bIns="162000" anchor="t">
            <a:noAutofit/>
          </a:bodyPr>
          <a:p>
            <a:r>
              <a:rPr b="1" lang="en-US" sz="1700" spc="-1" strike="noStrike">
                <a:solidFill>
                  <a:srgbClr val="ffffff"/>
                </a:solidFill>
                <a:latin typeface="Arial"/>
              </a:rPr>
              <a:t>Closing line: What does this investigation suggest about people, trust, and scarcity?</a:t>
            </a:r>
            <a:endParaRPr b="1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 txBox="1"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8f4e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0" y="0"/>
            <a:ext cx="223200" cy="6858000"/>
          </a:xfrm>
          <a:prstGeom prst="rect">
            <a:avLst/>
          </a:prstGeom>
          <a:solidFill>
            <a:srgbClr val="d8a928"/>
          </a:solidFill>
          <a:ln w="1008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432000" y="216000"/>
            <a:ext cx="10872000" cy="198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00" spc="-1" strike="noStrike">
                <a:solidFill>
                  <a:srgbClr val="49664d"/>
                </a:solidFill>
                <a:latin typeface="Arial"/>
              </a:rPr>
              <a:t>EVIDENCE</a:t>
            </a:r>
            <a:endParaRPr b="1" lang="en-US" sz="1100" spc="-1" strike="noStrike">
              <a:solidFill>
                <a:srgbClr val="49664d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432000" y="450000"/>
            <a:ext cx="10872000" cy="576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1" lang="en-US" sz="3000" spc="-1" strike="noStrike">
                <a:solidFill>
                  <a:srgbClr val="18211b"/>
                </a:solidFill>
                <a:latin typeface="Arial"/>
              </a:rPr>
              <a:t>SOURCES</a:t>
            </a:r>
            <a:endParaRPr b="1" lang="en-US" sz="30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432000" y="990000"/>
            <a:ext cx="10872000" cy="324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00" spc="-1" strike="noStrike">
                <a:solidFill>
                  <a:srgbClr val="526158"/>
                </a:solidFill>
                <a:latin typeface="Arial"/>
              </a:rPr>
              <a:t>Cite at least three sources where they affected a number or decision.</a:t>
            </a:r>
            <a:endParaRPr b="0" lang="en-US" sz="16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432000" y="6516000"/>
            <a:ext cx="10872000" cy="180000"/>
          </a:xfrm>
          <a:prstGeom prst="rect">
            <a:avLst/>
          </a:prstGeom>
          <a:noFill/>
          <a:ln w="1008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00" spc="-1" strike="noStrike">
                <a:solidFill>
                  <a:srgbClr val="526158"/>
                </a:solidFill>
                <a:latin typeface="Arial"/>
              </a:rPr>
              <a:t>LOCKDOWN AT HOME  •  12</a:t>
            </a:r>
            <a:endParaRPr b="0" lang="en-US" sz="1000" spc="-1" strike="noStrike">
              <a:solidFill>
                <a:srgbClr val="526158"/>
              </a:solidFill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32000" y="1548000"/>
            <a:ext cx="10800000" cy="234000"/>
          </a:xfrm>
          <a:prstGeom prst="rect">
            <a:avLst/>
          </a:prstGeom>
          <a:solidFill>
            <a:srgbClr val="263b2b"/>
          </a:solidFill>
          <a:ln w="10080">
            <a:noFill/>
          </a:ln>
        </p:spPr>
        <p:txBody>
          <a:bodyPr lIns="90000" rIns="90000" tIns="90000" bIns="90000" anchor="t">
            <a:noAutofit/>
          </a:bodyPr>
          <a:p>
            <a:r>
              <a:rPr b="1" lang="en-US" sz="1400" spc="-1" strike="noStrike">
                <a:solidFill>
                  <a:srgbClr val="ffffff"/>
                </a:solidFill>
                <a:latin typeface="Arial"/>
              </a:rPr>
              <a:t>SOURCE LIST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32000" y="1782000"/>
            <a:ext cx="10800000" cy="3078000"/>
          </a:xfrm>
          <a:prstGeom prst="rect">
            <a:avLst/>
          </a:prstGeom>
          <a:solidFill>
            <a:srgbClr val="ffffff"/>
          </a:solidFill>
          <a:ln w="10080">
            <a:noFill/>
          </a:ln>
        </p:spPr>
        <p:txBody>
          <a:bodyPr lIns="136800" rIns="136800" tIns="136800" bIns="136800" anchor="t">
            <a:noAutofit/>
          </a:bodyPr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Use a readable list. Include organization, page title, and URL.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Starting sources: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Ready.gov — Water, Kit, and Make a Plan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CDC — Emergency Water Supply and Water Emergency Safety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USDA — Food Safety in an Emergency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• </a:t>
            </a:r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National Weather Service — NOAA Weather Radio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endParaRPr b="0" lang="en-US" sz="1900" spc="-1" strike="noStrike">
              <a:solidFill>
                <a:srgbClr val="18211b"/>
              </a:solidFill>
              <a:latin typeface="Arial"/>
            </a:endParaRPr>
          </a:p>
          <a:p>
            <a:r>
              <a:rPr b="0" lang="en-US" sz="1900" spc="-1" strike="noStrike">
                <a:solidFill>
                  <a:srgbClr val="18211b"/>
                </a:solidFill>
                <a:latin typeface="Arial"/>
              </a:rPr>
              <a:t>Add any other sources used in your workbook.</a:t>
            </a:r>
            <a:endParaRPr b="0" lang="en-US" sz="1900" spc="-1" strike="noStrike">
              <a:solidFill>
                <a:srgbClr val="18211b"/>
              </a:solidFill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32000" y="5040000"/>
            <a:ext cx="10800000" cy="504000"/>
          </a:xfrm>
          <a:prstGeom prst="rect">
            <a:avLst/>
          </a:prstGeom>
          <a:solidFill>
            <a:srgbClr val="fff3cb"/>
          </a:solidFill>
          <a:ln w="10080">
            <a:noFill/>
          </a:ln>
        </p:spPr>
        <p:txBody>
          <a:bodyPr lIns="144000" rIns="144000" tIns="144000" bIns="144000" anchor="t">
            <a:noAutofit/>
          </a:bodyPr>
          <a:p>
            <a:r>
              <a:rPr b="1" lang="en-US" sz="1600" spc="-1" strike="noStrike">
                <a:solidFill>
                  <a:srgbClr val="18211b"/>
                </a:solidFill>
                <a:latin typeface="Arial"/>
              </a:rPr>
              <a:t>Final check: large text • limited words • visible calculations • no private details • every image credited</a:t>
            </a:r>
            <a:endParaRPr b="1" lang="en-US" sz="1600" spc="-1" strike="noStrike">
              <a:solidFill>
                <a:srgbClr val="18211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2026-09-02T08:57:43Z</dcterms:modified>
  <cp:revision>1</cp:revision>
  <dc:subject/>
  <dc:title/>
</cp:coreProperties>
</file>
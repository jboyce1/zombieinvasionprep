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63ECBC-82D8-48BF-B805-5B29A0DDCD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E61F1-8FA4-4C7C-8D1F-ACDA3BBF54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0C80BE-85B4-4CA9-A976-0275B2C32F7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  LOCKDOWN AT HOME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A household continuity analysis — not a prediction.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34000" y="12060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MISSION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Determine how long your household could safely remain inside with no electricity, running water, sewer, internet, or cell service.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STUDENT / DATE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[Your name]     [Date]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Scenario begins: 6:00 p.m. tonight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PRIVACY CHECK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Do not include names of household members, address, diagnoses, medication names, valuables, weapons, entry points, passwords, or security details.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2  HOUSEHOLD PROFILE + DECISION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Use counts and general descriptions only.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34000" y="12060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HOUSEHOLD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Adults: [ ]   Teenagers: [ ]   Younger children: [ ]   Pets: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34000" y="29484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NEEDS AND DEPENDENCIES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[Mobility / infant care / dietary / refrigeration / pet needs—no diagnoses or medication names]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DECISION STATEMENT AND ASSUMPTION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We need to decide [complete the sentence].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Assumption: [state one assumption clearly].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3  WATER AUDIT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Baseline: 1 gallon per person per day for drinking and sanitation. Show your arithmetic.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SAFE WATER AVAILABLE NOW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[Containers or categories] = [total gallons]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Other water kept separate: [what and why]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CALCULATION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[safe gallons] ÷ [people] = [water-days]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Pet need: [amount + source]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JUDGMENT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What could make the baseline too low? [heat / illness / other]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Confidence: [high / medium / low] because [reason].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Source: Ready.gov Water and CDC emergency water guidance.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4  FOOD AUDIT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Count only food usable without electric cooking or dependable refrigeration.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COUNTING METHOD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I used [meals / servings / calories] because [reason].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Household needs [units] per day.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34000" y="29484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USABLE INVENTORY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[Food category] — [units]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[Food category] — [units]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Manual can opener: [yes / no / not needed]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CALCULATION AND LIMITS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[usable units] ÷ [daily units] = [food-days]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Dietary limits / assumptions: [explain].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Use USDA emergency food-safety guidance before counting cold food.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5  BASIC NEEDS + DEPENDENCIES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A missing item is evidence. Use general categories, never private details.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HYGIENE AND HEALTH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[soap / toilet paper / first aid / menstrual / infant / pet supplies]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Critical dependency: [general category + estimated days]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34000" y="29484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LIGHT, TEMPERATURE, INFORMATION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[flashlights / batteries / radio / blankets / safe clothing / power banks]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34000" y="46908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GAPS AND MORALE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Strongest category: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Most urgent gap: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No-power morale resources: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6  SANITATION WITHOUT SEWER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Do not perform a waste experiment. Follow official and local public-health guidance in a real event.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CLEAN HANDS + TOILET ARRANGEMENT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Hand-cleaning plan: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Designated toilet arrangement: [adult-approved, general description]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SEPARATE AND CONTAIN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How waste stays away from people, pets, food, and water: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Trash and odor plan: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FAILURE POINT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Sanitation remains workable for about [ ] days because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The home becomes unsafe when [trigger].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No chemical mixing, dumping, burning, burying, or flushing for this assignment.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7  RATIONING + HOUSEHOLD ROLES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State each rule, its reason, and the trigger for changing it.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34000" y="12060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RATIONING RULE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Rule: [Day 1 / trigger / stages]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Reason: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Reconsider when: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ROLES AND BACKUPS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[Role] — [person by relationship, not name] — backup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[Role] — [ ] — backup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34000" y="46908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FAIRNESS AND CONFLICT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Needs that make equal portions unfair: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How supplies are logged: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How disagreement is resolved: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8  NEIGHBORS + MUTUAL AID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Identify households only by relationship, never by name or address.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COST–BENEFIT ANALYSIS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[Neighbor relationship]: benefits [ ]; costs/risks [ ]; trust evidence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[Optional second household]: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PRE-EVENT BOUNDARIES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We may share [ ]. We keep [ ] private.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Help is [gift / exchange / pool]. Requests are [made and recorded how].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34000" y="46908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YOUR CLAIM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Likely pattern: [every household for itself / mutual aid / middle ground]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Reason and evidence/assumptions: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Safe exit from agreement: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9  LAWFUL, NONVIOLENT SECURITY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Do not include entry-point details, traps, confrontation plans, or weapon information.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PREVENT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[general lock/privacy/buddy measures]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Family code-word concept (do not write the actual word):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RESPOND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If a threat appears: [move to safe interior location / alert household / contact help when possible]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No minor's role includes confrontation.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BOUNDARY AND TRIGGER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Neighbor check-in boundary: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Security plan changes when: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10  COMMUNICATIONS: PACE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Primary, Alternate, Contingency, Emergency — do not transmit for this assignment.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PRIMARY + ALTERNATE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P: [method, recipient, limitation]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A: [method, recipient, limitation]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CONTINGENCY + EMERGENCY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C: [method, message location or signal, limitation]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E: [last-resort method, safety rule]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34000" y="46908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INFORMATION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How we receive official news without internet: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How we prevent rumors: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What we write on paper now: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11  BOTTLENECK + SAFE SHELTER TIME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Your answer is the lowest defensible system estimate, not the most optimistic number.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SYSTEM ESTIMATES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Water: [ ] days   Food: [ ] days   Sanitation: [ ] days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Critical supply: [ ] days   Safe temperature: [ ] days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CONCLUSION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Safe shelter time = [ ] days because [system] fails first.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Confidence and weakest assumption: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34000" y="4690800"/>
            <a:ext cx="11718000" cy="121896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EXTEND AND RECONSIDER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No-cost improvement: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Low-cost future purchase + estimated price: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Agreement more valuable than an object: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Unsafe-to-remain trigger: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12  FAMILY BRIEF: OUR SITUATION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This and the next two slides should stand alone. Remove private inventory details.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34000" y="12060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OUR ESTIMATE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We could safely shelter about [ ] days.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OUR POSITION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Biggest strength: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Biggest gap: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34000" y="46908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WHY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The system that limits us is [ ] because [plain-language explanation].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FAMILY-FACING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Invite discussion. This is a proposal, not a demand.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13  FAMILY BRIEF: OUR DAY 1 PLAN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Summarize decisions people could actually follow under stress.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PEOPLE AND SUPPLIES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Roles: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Rationing rule: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HEALTH AND INFORMATION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Sanitation rule: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PACE communication summary: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COMMUNITY AND SAFETY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Neighbor boundary: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Nonviolent safety rule: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FAMILY-FACING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Keep this concise enough to explain aloud in two minutes.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14  FAMILY BRIEF: THREE DECISIONS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Choose realistic conversations, not an expensive shopping list.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34000" y="12060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DECISION 1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[What should we decide?]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Benefit / cost: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DECISION 2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[What should we decide?]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Benefit / cost: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DECISION 3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[What should we decide?]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Benefit / cost: [ 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FAMILY-FACING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Ask: What did I miss? What would you change?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15  RESPONSE + FINAL REFLECTION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Record one response without naming the person. If no one is available, critique your weakest assumption.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34000" y="12060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RESPONSE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The person [agreed / questioned / changed] [idea] because [reason].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34000" y="2948400"/>
            <a:ext cx="11718000" cy="54180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REVISION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I changed or would change [ ] because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34000" y="46908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COURSE CLAIM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Some decisions are best made before they are needed because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What this reveals about people under scarcity: [ ].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 txBox="1"/>
          <p:nvPr/>
        </p:nvSpPr>
        <p:spPr>
          <a:xfrm>
            <a:off x="234000" y="162000"/>
            <a:ext cx="11718000" cy="459360"/>
          </a:xfrm>
          <a:prstGeom prst="rect">
            <a:avLst/>
          </a:prstGeom>
          <a:solidFill>
            <a:srgbClr val="202719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2600" spc="-1" strike="noStrike">
                <a:solidFill>
                  <a:srgbClr val="f1c232"/>
                </a:solidFill>
                <a:latin typeface="Arial"/>
              </a:rPr>
              <a:t>16  SOURCES + SUBMISSION CHECK</a:t>
            </a:r>
            <a:endParaRPr b="1" lang="en-US" sz="2600" spc="-1" strike="noStrike">
              <a:solidFill>
                <a:srgbClr val="f1c232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34000" y="784800"/>
            <a:ext cx="11718000" cy="427320"/>
          </a:xfrm>
          <a:prstGeom prst="rect">
            <a:avLst/>
          </a:prstGeom>
          <a:solidFill>
            <a:srgbClr val="171b16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300" spc="-1" strike="noStrike">
                <a:solidFill>
                  <a:srgbClr val="b9b096"/>
                </a:solidFill>
                <a:latin typeface="Arial"/>
              </a:rPr>
              <a:t>Add every source that affected a number or decision. At least three must appear in your work.</a:t>
            </a:r>
            <a:endParaRPr b="0" lang="en-US" sz="1300" spc="-1" strike="noStrike">
              <a:solidFill>
                <a:srgbClr val="b9b096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34000" y="1206000"/>
            <a:ext cx="11718000" cy="144468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STARTING SOURCES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Ready.gov Water — https://www.ready.gov/water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Ready.gov Kit and Plan — https://www.ready.gov/kit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CDC Water Emergency — https://www.cdc.gov/water-emergency/about/index.html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USDA Food Safety in an Emergency — https://www.fsis.usda.gov/food-safety/safe-food-handling-and-preparation/emergencies/food-safety-emergency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34000" y="2948400"/>
            <a:ext cx="11718000" cy="76752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YOUR ADDED SOURCES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[Title, organization, URL, and the decision it informed]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[Title, organization, URL, and the decision it informed]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34000" y="4690800"/>
            <a:ext cx="11718000" cy="993240"/>
          </a:xfrm>
          <a:prstGeom prst="rect">
            <a:avLst/>
          </a:prstGeom>
          <a:solidFill>
            <a:srgbClr val="20251f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FINAL CHECK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☐ </a:t>
            </a:r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Math shown  ☐ Bottleneck defended  ☐ Rules have triggers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☐ </a:t>
            </a:r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Sanitation / roles / neighbors / security / PACE addressed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☐ </a:t>
            </a:r>
            <a:r>
              <a:rPr b="0" lang="en-US" sz="1600" spc="-1" strike="noStrike">
                <a:solidFill>
                  <a:srgbClr val="e7dfc6"/>
                </a:solidFill>
                <a:latin typeface="Arial"/>
              </a:rPr>
              <a:t>No private or dangerous details  ☐ Family slides make sense alone</a:t>
            </a:r>
            <a:endParaRPr b="0" lang="en-US" sz="1600" spc="-1" strike="noStrike">
              <a:solidFill>
                <a:srgbClr val="e7dfc6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34000" y="6415200"/>
            <a:ext cx="3600000" cy="427320"/>
          </a:xfrm>
          <a:prstGeom prst="rect">
            <a:avLst/>
          </a:prstGeom>
          <a:solidFill>
            <a:srgbClr val="d6a21d"/>
          </a:solidFill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1" lang="en-US" sz="900" spc="-1" strike="noStrike">
                <a:solidFill>
                  <a:srgbClr val="050505"/>
                </a:solidFill>
                <a:latin typeface="Arial"/>
              </a:rPr>
              <a:t>TEACHER SUBMISSION</a:t>
            </a:r>
            <a:endParaRPr b="1" lang="en-US" sz="9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960000" y="6415200"/>
            <a:ext cx="7992000" cy="427320"/>
          </a:xfrm>
          <a:prstGeom prst="rect">
            <a:avLst/>
          </a:prstGeom>
          <a:noFill/>
          <a:ln w="12600">
            <a:noFill/>
          </a:ln>
        </p:spPr>
        <p:txBody>
          <a:bodyPr lIns="108000" rIns="108000" tIns="64800" bIns="64800" anchor="t">
            <a:noAutofit/>
          </a:bodyPr>
          <a:p>
            <a:r>
              <a:rPr b="0" lang="en-US" sz="900" spc="-1" strike="noStrike">
                <a:solidFill>
                  <a:srgbClr val="b9b096"/>
                </a:solidFill>
                <a:latin typeface="Arial"/>
              </a:rPr>
              <a:t>Replace bracketed prompts with your work. Delete directions if you need space.</a:t>
            </a:r>
            <a:endParaRPr b="0" lang="en-US" sz="900" spc="-1" strike="noStrike">
              <a:solidFill>
                <a:srgbClr val="b9b09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2026-09-02T07:44:48Z</dcterms:modified>
  <cp:revision>1</cp:revision>
  <dc:subject/>
  <dc:title/>
</cp:coreProperties>
</file>
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59" r:id="rId9"/>
    <p:sldId id="263" r:id="rId10"/>
    <p:sldId id="264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570" y="8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21DBAB9-EF16-434F-A52A-52D05478E50C}" type="datetimeFigureOut">
              <a:rPr lang="en-US" smtClean="0"/>
              <a:t>9/4/2018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5FE3778-5DCA-4932-A877-2DF79F6E957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google.com/url?sa=i&amp;rct=j&amp;q=&amp;esrc=s&amp;frm=1&amp;source=images&amp;cd=&amp;cad=rja&amp;docid=s0tZMgRj_BUTDM&amp;tbnid=znIa--iK9LTJtM:&amp;ved=0CAUQjRw&amp;url=http://www.fanpop.com/clubs/hugh-laurie/images/31936830/title/zombie-house&amp;ei=EX8KUcygKsaB0AHQlYDACA&amp;bvm=bv.41642243,d.dmQ&amp;psig=AFQjCNFIiaOdJGqLh5QG0tsWvs1e9fmyDg&amp;ust=1359728751818369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blog.chasejarvis.com/blog/2012/10/10-zombie-photos-that-will-scare-you-brainless/screen-shot-2012-10-30-at-4-28-19-pm/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Z-Team Assignment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Know Thy Enemy</a:t>
            </a:r>
          </a:p>
        </p:txBody>
      </p:sp>
      <p:pic>
        <p:nvPicPr>
          <p:cNvPr id="3076" name="Picture 4" descr="https://encrypted-tbn3.gstatic.com/images?q=tbn:ANd9GcS1fmJxhSr3N76kFllsYqniO2VlvH-gkIqBLQmCqZc427eeK_K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652682"/>
            <a:ext cx="7448552" cy="186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46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zombie that describes itself by:</a:t>
            </a:r>
          </a:p>
          <a:p>
            <a:pPr lvl="1"/>
            <a:r>
              <a:rPr lang="en-US" dirty="0"/>
              <a:t>Cutting out a life size (or larger) zombie</a:t>
            </a:r>
          </a:p>
          <a:p>
            <a:pPr lvl="1"/>
            <a:r>
              <a:rPr lang="en-US" dirty="0"/>
              <a:t>Writing informative texts ( 1 per group member)</a:t>
            </a:r>
          </a:p>
          <a:p>
            <a:pPr lvl="1"/>
            <a:r>
              <a:rPr lang="en-US" dirty="0"/>
              <a:t>Combining informative texts with the zombie in an aesthetically frightening way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144006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 will present your zombie to the class</a:t>
            </a:r>
          </a:p>
        </p:txBody>
      </p:sp>
      <p:pic>
        <p:nvPicPr>
          <p:cNvPr id="2050" name="Picture 2" descr="https://encrypted-tbn2.gstatic.com/images?q=tbn:ANd9GcTkWmqS-SKt7wVX13dAKv74KR3uC9gryIkeATjQ_Cw0ZikDlni5">
            <a:hlinkClick r:id="rId2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80" b="98870" l="9155" r="89789">
                        <a14:foregroundMark x1="36620" y1="80226" x2="23592" y2="93220"/>
                        <a14:foregroundMark x1="23592" y1="93220" x2="9507" y2="99435"/>
                        <a14:foregroundMark x1="66197" y1="11864" x2="51761" y2="1130"/>
                        <a14:foregroundMark x1="51761" y1="1130" x2="43662" y2="565"/>
                        <a14:foregroundMark x1="43662" y1="565" x2="36268" y2="6780"/>
                        <a14:foregroundMark x1="36268" y1="6780" x2="31690" y2="14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2252591"/>
            <a:ext cx="5706931" cy="4605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28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don’t know who is going to survive the invasion so you don’t get to pick your team</a:t>
            </a:r>
          </a:p>
          <a:p>
            <a:r>
              <a:rPr lang="en-US" dirty="0"/>
              <a:t>If someone is loafing they need to be cast out of the group, only group members who contribute will continue</a:t>
            </a:r>
          </a:p>
          <a:p>
            <a:pPr lvl="1"/>
            <a:r>
              <a:rPr lang="en-US" dirty="0"/>
              <a:t>If someone is freeloading and are not cast out of the group Mr. Boyce will turn them into a zombie and they will have to select another group member to become a zombie as well.</a:t>
            </a:r>
          </a:p>
          <a:p>
            <a:pPr lvl="2"/>
            <a:r>
              <a:rPr lang="en-US" dirty="0"/>
              <a:t>Zombies will complete an individual assignment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survival team elements</a:t>
            </a:r>
          </a:p>
        </p:txBody>
      </p:sp>
    </p:spTree>
    <p:extLst>
      <p:ext uri="{BB962C8B-B14F-4D97-AF65-F5344CB8AC3E}">
        <p14:creationId xmlns:p14="http://schemas.microsoft.com/office/powerpoint/2010/main" val="320217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Groups perform best under leadership, either appoint a leader or become one</a:t>
            </a:r>
          </a:p>
          <a:p>
            <a:pPr lvl="1"/>
            <a:r>
              <a:rPr lang="en-US" dirty="0"/>
              <a:t>The leadership role is just as vital as every other role, treat the leader like a team member whose job it is to keep the group on track</a:t>
            </a:r>
          </a:p>
          <a:p>
            <a:pPr lvl="1"/>
            <a:r>
              <a:rPr lang="en-US" dirty="0"/>
              <a:t>Leadership styles based on personality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survival team elements</a:t>
            </a:r>
          </a:p>
        </p:txBody>
      </p:sp>
    </p:spTree>
    <p:extLst>
      <p:ext uri="{BB962C8B-B14F-4D97-AF65-F5344CB8AC3E}">
        <p14:creationId xmlns:p14="http://schemas.microsoft.com/office/powerpoint/2010/main" val="105417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http://blog.chasejarvis.com/blog/wp-content/uploads/2012/10/Screen-Shot-2012-10-30-at-4.28.19-PM.png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4" b="99528" l="9814" r="99831">
                        <a14:foregroundMark x1="36379" y1="74488" x2="36379" y2="74488"/>
                        <a14:foregroundMark x1="42301" y1="68346" x2="42301" y2="68346"/>
                        <a14:foregroundMark x1="43486" y1="66772" x2="31641" y2="75433"/>
                        <a14:foregroundMark x1="31641" y1="75433" x2="32995" y2="99528"/>
                        <a14:foregroundMark x1="89340" y1="93228" x2="93570" y2="99685"/>
                        <a14:foregroundMark x1="82741" y1="67244" x2="96616" y2="73228"/>
                        <a14:foregroundMark x1="96616" y1="73228" x2="99831" y2="770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962" t="19835"/>
          <a:stretch/>
        </p:blipFill>
        <p:spPr bwMode="auto">
          <a:xfrm>
            <a:off x="5696146" y="3124200"/>
            <a:ext cx="2914452" cy="3533774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initiative under a lack of orders</a:t>
            </a:r>
          </a:p>
          <a:p>
            <a:pPr lvl="1"/>
            <a:r>
              <a:rPr lang="en-US" dirty="0"/>
              <a:t>Never find yourself with nothing to do</a:t>
            </a:r>
          </a:p>
          <a:p>
            <a:pPr lvl="1"/>
            <a:r>
              <a:rPr lang="en-US" dirty="0"/>
              <a:t>Begin with the end in mind</a:t>
            </a:r>
          </a:p>
          <a:p>
            <a:pPr lvl="1"/>
            <a:r>
              <a:rPr lang="en-US" dirty="0"/>
              <a:t>Make a plan that accounts for everyone</a:t>
            </a:r>
          </a:p>
          <a:p>
            <a:pPr lvl="1"/>
            <a:r>
              <a:rPr lang="en-US" dirty="0"/>
              <a:t>Communicate Constantly</a:t>
            </a:r>
          </a:p>
          <a:p>
            <a:pPr lvl="1"/>
            <a:r>
              <a:rPr lang="en-US" dirty="0"/>
              <a:t>Hustle where you can</a:t>
            </a:r>
          </a:p>
          <a:p>
            <a:pPr lvl="1"/>
            <a:r>
              <a:rPr lang="en-US" dirty="0"/>
              <a:t>Keep an eye on the clock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survival team elements</a:t>
            </a:r>
          </a:p>
        </p:txBody>
      </p:sp>
    </p:spTree>
    <p:extLst>
      <p:ext uri="{BB962C8B-B14F-4D97-AF65-F5344CB8AC3E}">
        <p14:creationId xmlns:p14="http://schemas.microsoft.com/office/powerpoint/2010/main" val="2135917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Self- Directed Learning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3A3EC-819C-4D6D-B2E9-A3831CD53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together and review the rubric while discussing what you want to end up with</a:t>
            </a:r>
          </a:p>
          <a:p>
            <a:r>
              <a:rPr lang="en-US" dirty="0"/>
              <a:t>Plan: Write down a plan that includes the specific tasks you will have to complete</a:t>
            </a:r>
          </a:p>
          <a:p>
            <a:r>
              <a:rPr lang="en-US" dirty="0"/>
              <a:t>Action: Hold one another accountable to completing the plan and make adjustments as needed</a:t>
            </a:r>
          </a:p>
          <a:p>
            <a:r>
              <a:rPr lang="en-US" dirty="0"/>
              <a:t>Result: Review the final product and ensure self-assess on the rubric</a:t>
            </a:r>
          </a:p>
        </p:txBody>
      </p:sp>
    </p:spTree>
    <p:extLst>
      <p:ext uri="{BB962C8B-B14F-4D97-AF65-F5344CB8AC3E}">
        <p14:creationId xmlns:p14="http://schemas.microsoft.com/office/powerpoint/2010/main" val="182315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Aesthetics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850C5-EAD3-4C7B-AA47-A74FB4FB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133600"/>
            <a:ext cx="8610600" cy="105637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01EF59-6D8B-4517-BA1E-03A0F956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3429000"/>
            <a:ext cx="7745505" cy="2697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overall aesthetic of the zombie should be purposeful, you may take creative liberties but ensure you can justify any deviation from the rubric</a:t>
            </a:r>
          </a:p>
          <a:p>
            <a:endParaRPr lang="en-US" dirty="0"/>
          </a:p>
          <a:p>
            <a:r>
              <a:rPr lang="en-US" dirty="0"/>
              <a:t>Crayons are your best bet for this requirement. Only use markers to outline. Materials are in the back of the classroom on the file cabinets. Put materials back after use.</a:t>
            </a:r>
          </a:p>
          <a:p>
            <a:pPr marL="41148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33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Strategy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01EF59-6D8B-4517-BA1E-03A0F956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3429000"/>
            <a:ext cx="7745505" cy="2697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Strategies are not tactics, these are overarching goals and methods (on the road, hunker down,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r>
              <a:rPr lang="en-US" dirty="0"/>
              <a:t>Utilize the PDFs ‘Survival’ folder in the ‘2018 Zombie Prep’ folder. </a:t>
            </a:r>
          </a:p>
          <a:p>
            <a:pPr lvl="1"/>
            <a:r>
              <a:rPr lang="en-US" dirty="0"/>
              <a:t>Cite your sources in accordance with the PDF name (S-A, S-B)</a:t>
            </a:r>
          </a:p>
          <a:p>
            <a:pPr lvl="1"/>
            <a:r>
              <a:rPr lang="en-US" dirty="0"/>
              <a:t>Cite real world examples of people using your strategy in a disaster (i.e. evacuation, shelter in place)</a:t>
            </a:r>
          </a:p>
          <a:p>
            <a:pPr marL="41148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A0964-D3DF-4424-99EC-12BEF043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79" y="2057400"/>
            <a:ext cx="9144000" cy="125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Roots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01EF59-6D8B-4517-BA1E-03A0F956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3962400"/>
            <a:ext cx="7745505" cy="26971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Write an argument (1-3 paragraphs) that gives the most valid points of calling zombies a “zombie” and contains </a:t>
            </a:r>
          </a:p>
          <a:p>
            <a:r>
              <a:rPr lang="en-US" dirty="0"/>
              <a:t>Utilize the PDFs ‘Origins’ folder in the ‘2018 Zombie Prep’ folder. </a:t>
            </a:r>
          </a:p>
          <a:p>
            <a:pPr lvl="1"/>
            <a:r>
              <a:rPr lang="en-US" dirty="0"/>
              <a:t>Cite your sources in accordance with the PDF name (S-A, S-B)</a:t>
            </a:r>
          </a:p>
          <a:p>
            <a:pPr marL="411480" lvl="1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BF2AE-1AAC-40AB-937C-23872B62B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273478"/>
            <a:ext cx="9144000" cy="162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3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Fear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01EF59-6D8B-4517-BA1E-03A0F956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3962400"/>
            <a:ext cx="7745505" cy="2697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Write a review (1-4 paragraphs that can be independent from one another) about the most relevant points concerning fear anxiety and survival in a zombie invasion that includes the impact on teens</a:t>
            </a:r>
          </a:p>
          <a:p>
            <a:r>
              <a:rPr lang="en-US" dirty="0"/>
              <a:t>Utilize the PDFs ‘Fear’ folder in the ‘2018 Zombie Prep’ folder. </a:t>
            </a:r>
          </a:p>
          <a:p>
            <a:pPr lvl="1"/>
            <a:r>
              <a:rPr lang="en-US" dirty="0"/>
              <a:t>Cite your sources in accordance with the PDF name (S-A, S-B)</a:t>
            </a:r>
          </a:p>
          <a:p>
            <a:pPr marL="41148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65BBFB-A710-4410-AE2F-0E8F60587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834"/>
            <a:ext cx="9144000" cy="108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5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Assessment: Typography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01EF59-6D8B-4517-BA1E-03A0F956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3962400"/>
            <a:ext cx="7745505" cy="2697162"/>
          </a:xfrm>
        </p:spPr>
        <p:txBody>
          <a:bodyPr>
            <a:normAutofit/>
          </a:bodyPr>
          <a:lstStyle/>
          <a:p>
            <a:r>
              <a:rPr lang="en-US" dirty="0"/>
              <a:t>Create and </a:t>
            </a:r>
            <a:r>
              <a:rPr lang="en-US" b="1" dirty="0"/>
              <a:t>original</a:t>
            </a:r>
            <a:r>
              <a:rPr lang="en-US" dirty="0"/>
              <a:t> typography of modern zombies</a:t>
            </a:r>
          </a:p>
          <a:p>
            <a:r>
              <a:rPr lang="en-US" dirty="0"/>
              <a:t>Categorize zombies in relation to the types you created with references to the shows/movies/books they originated from</a:t>
            </a:r>
          </a:p>
          <a:p>
            <a:pPr marL="41148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CDB7F8-33BF-486B-A995-9287A6948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9144000" cy="9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66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Hints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01EF59-6D8B-4517-BA1E-03A0F9569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2590800"/>
            <a:ext cx="7745505" cy="4068762"/>
          </a:xfrm>
        </p:spPr>
        <p:txBody>
          <a:bodyPr>
            <a:normAutofit/>
          </a:bodyPr>
          <a:lstStyle/>
          <a:p>
            <a:r>
              <a:rPr lang="en-US" dirty="0"/>
              <a:t>Start with a good understanding of what you need to end up with</a:t>
            </a:r>
          </a:p>
          <a:p>
            <a:r>
              <a:rPr lang="en-US" dirty="0"/>
              <a:t>Split the task and complete portions of it on separate pieces of paper and glue them onto the zombie</a:t>
            </a:r>
          </a:p>
          <a:p>
            <a:r>
              <a:rPr lang="en-US" dirty="0"/>
              <a:t>Start making the zombie early and leaving room for the separate sections</a:t>
            </a:r>
          </a:p>
          <a:p>
            <a:r>
              <a:rPr lang="en-US" dirty="0"/>
              <a:t>Do what you are best at first and work in small teams to complete what you struggle with</a:t>
            </a:r>
          </a:p>
          <a:p>
            <a:pPr marL="41148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748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18830</TotalTime>
  <Words>652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Book Antiqua</vt:lpstr>
      <vt:lpstr>Wingdings</vt:lpstr>
      <vt:lpstr>Hardcover</vt:lpstr>
      <vt:lpstr>Z-Team Assignment 1</vt:lpstr>
      <vt:lpstr>Assignment</vt:lpstr>
      <vt:lpstr>You will present your zombie to the class</vt:lpstr>
      <vt:lpstr>Basic survival team elements</vt:lpstr>
      <vt:lpstr>Basic survival team elements</vt:lpstr>
      <vt:lpstr>Basic survival team elements</vt:lpstr>
      <vt:lpstr>Assessment: Self- Directed Learning</vt:lpstr>
      <vt:lpstr>Assessment: Aesthetics</vt:lpstr>
      <vt:lpstr>Assessment: Strategy</vt:lpstr>
      <vt:lpstr>Assessment: Roots</vt:lpstr>
      <vt:lpstr>Assessment: Fear</vt:lpstr>
      <vt:lpstr>Assessment: Typography</vt:lpstr>
      <vt:lpstr>Helpful Hints</vt:lpstr>
    </vt:vector>
  </TitlesOfParts>
  <Company>Pittsburgh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Z-Team Assignment 1</dc:title>
  <dc:creator>ppsadmin</dc:creator>
  <cp:lastModifiedBy>Boyce, Jacob</cp:lastModifiedBy>
  <cp:revision>16</cp:revision>
  <dcterms:created xsi:type="dcterms:W3CDTF">2013-01-31T14:17:10Z</dcterms:created>
  <dcterms:modified xsi:type="dcterms:W3CDTF">2018-09-04T12:19:35Z</dcterms:modified>
</cp:coreProperties>
</file>